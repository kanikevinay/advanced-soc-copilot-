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SOC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Calibri"/>
              </a:defRPr>
            </a:pPr>
            <a:r>
              <a:t>An AI-Powered Security Operations Assistant for</a:t>
            </a:r>
            <a:br/>
            <a:r>
              <a:t>Automated Threat Detection &amp; Incident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74720"/>
            <a:ext cx="2743200" cy="27432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7589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Your Institution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7589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7589"/>
                </a:solidFill>
                <a:latin typeface="Calibri"/>
              </a:defRPr>
            </a:pPr>
            <a:r>
              <a:t>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3891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Prof. [Guide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758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7091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[Member 1]  •  [Member 2]  •  [Member 3]  •  [Member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19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7589"/>
                </a:solidFill>
                <a:latin typeface="Calibri"/>
              </a:defRPr>
            </a:pPr>
            <a:r>
              <a:t>Academic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291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2025 –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89"/>
                </a:solidFill>
                <a:latin typeface="Calibri"/>
              </a:defRPr>
            </a:pPr>
            <a:r>
              <a:t>Agenda &amp; Content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2/18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657600" cy="438912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PART I —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Existing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463040"/>
            <a:ext cx="3657600" cy="438912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PART II — Design &amp;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Data Flow &amp; UML Diagrams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Core &amp; Support 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Output Screens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3/18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Modern organizations face an ever-increasing volume of cyber threats, making manual security monitoring unsustainable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(Security Operations Center) teams are overwhelmed with thousands of alerts daily, leading to alert fatigue and missed threats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Traditional log analysis is time-consuming and relies heavily on manual investigation by skilled analysts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Copilot is an AI-powered desktop assistant that automates log analysis using hybrid ML — Isolation Forest for anomaly detection and Random Forest for attack classification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Provides intelligent threat detection, natural-language explanations, and automated incident response recommendations — all running fully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4/18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Organizations generate massive volumes of security logs (millions of events/day) that exceed human processing capacity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Alert fatigue — analysts are desensitized to constant warnings, causing critical threats to be overlooked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Slow incident response due to manual log correlation and investigation workflows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Lack of intelligent automation — existing tools rely on static rules without contextual understanding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Heavy dependence on skilled analysts for threat triage, creating bottlenecks and single points of failure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Existing Security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5/18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Traditional SIEM tools (Splunk, QRadar, ArcSight) for log aggregation and correlation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Manual triaging by SOC analysts who review alerts one-by-one in queue-based workflows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Static, signature-based and rule-based detection that only catches known attack patterns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Limited contextual intelligence — alerts lack root-cause analysis or actionable explanations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Heavy reliance on human expertise for threat classification and incident prioritization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Limitations of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6/18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High false positive rate — up to 90% of SIEM alerts can be benign, wasting analyst time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Time-consuming log investigation — manual correlation across multiple data sources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No AI-based contextual explanation — alerts lack why and how information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Limited automation — response actions still require manual execution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Scalability issues — static rules don't adapt to evolving threat landscapes</a:t>
            </a:r>
          </a:p>
          <a:p>
            <a:pPr>
              <a:spcAft>
                <a:spcPts val="1200"/>
              </a:spcAft>
              <a:defRPr sz="17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Expensive licensing — enterprise SIEM solutions have significant cost barriers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System — SOC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7/18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AI-powered log analysis using hybrid ML (Isolation Forest + Random Forest) for multi-layered detection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Intelligent anomaly detection that identifies unknown/zero-day threats beyond static signatures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Automated threat classification into severity levels: Critical, High, Medium, Low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Natural language explanation of alerts — provides root cause, context, and confidence scores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Automated response suggestions with mitigation steps and recommended actions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Fully offline, desktop-based operation — no cloud dependency, complete data privacy</a:t>
            </a:r>
          </a:p>
          <a:p>
            <a:pPr>
              <a:spcAft>
                <a:spcPts val="10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Governance-first design with kill-switch, audit trail, and human-in-the-loop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8/18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47548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⚙️ 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Python 3.10+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PyQt6 (Desktop UI Framework)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Scikit-learn (ML Models)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Pandas / NumPy (Data Processing)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SQLite (Feedback &amp; Audit Store)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YAML (Configuration)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PyInstaller (Packaging)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657600" cy="47548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🖥️ 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Minimum 8 GB RAM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Intel Core i5 or equivalent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2 GB free disk space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No internet required (offline)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Windows / macOS / Linux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9/18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PyQt6 Desktop UI  •  Dashboard Zones A–F  •  Real-time Alerts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73152" cy="914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App Controller  •  Pipeline Orchestrator  •  Governance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ML /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Isolation Forest (Anomaly)  •  Random Forest (Classification)  •  Ensemble 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7680960" cy="9144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7315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Log Ingestion  •  Preprocessing  •  Feature Engineering  •  SQLite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89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89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89"/>
                </a:solidFill>
                <a:latin typeface="Calibri"/>
              </a:defRPr>
            </a:pPr>
            <a:r>
              <a:t>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10/18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53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LOG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User uploads log files or system logs are ingested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755648"/>
            <a:ext cx="18288" cy="411480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Calibri"/>
              </a:defRPr>
            </a:pPr>
            <a:r>
              <a:t>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Log parser extracts structured fields — timestamp, source IP, event type, payload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578608"/>
            <a:ext cx="18288" cy="411480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Feature engineering: statistical features, encoding, normalization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401568"/>
            <a:ext cx="18288" cy="411480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22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ML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Isolation Forest detects anomalies → Random Forest classifies attack 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224528"/>
            <a:ext cx="18288" cy="411480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B3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45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B30"/>
                </a:solidFill>
                <a:latin typeface="Calibri"/>
              </a:defRPr>
            </a:pPr>
            <a:r>
              <a:t>ALERT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63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Threats classified by severity (Critical/High/Medium/Low) with confidence scores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047488"/>
            <a:ext cx="18288" cy="411480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Real-time visualization: threat banner, metric cards, alerts timeline,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UML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11/18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47548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Analyst ↔ Upload Logs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Analyst ↔ View Dashboard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Analyst ↔ Review Alerts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Analyst ↔ Analyze Threats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System ↔ Auto-Ingest Logs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System ↔ Generate Alerts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47548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Class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LogParser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FeatureEngineer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IsolationForestModel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RandomForestModel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EnsembleController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AlertEngine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AppController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DashboardUI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47548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User → UI: Upload File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UI → Controller: Process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Controller → Parser: Parse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Parser → Features: Extract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Features → ML: Predict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ML → Alerts: Classify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Alerts → UI: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12/18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" cy="1463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Log Ingestion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Supports multiple log formats (CSV, JSON, JSONL, syslog). Implements micro-batch processing for real-time ingestion with configurable batch sizes and intervals.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680960" cy="146304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54864" cy="1463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Log Parsing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Extracts structured fields from raw logs. Performs data cleaning, normalization, and statistical feature engineering — including frequency analysis, entropy calculation, and temporal patterns.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7680960" cy="146304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54864" cy="1463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AI Threat Analysis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Hybrid ML approach: Isolation Forest for unsupervised anomaly detection (catches unknown threats) + Random Forest for supervised classification (identifies specific attack types like DDoS, brute-force, infiltration).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Support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Alert Classification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Classifies threats into Critical, High, Medium, Low severity levels. Assigns confidence scores and generates structured alert objects with full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7680960" cy="10972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54864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Recommendation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9923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Provides automated mitigation suggestions based on attack classification. Includes response recommendations, investigation steps, and remediation guidance.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7680960" cy="10972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4864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Dashboard &amp;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PyQt6 desktop application with zone-based architecture (A–F). Real-time threat banner, system status strip, metric cards, quick actions, and alerts timeline.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79"/>
            <a:ext cx="7680960" cy="10972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12079"/>
            <a:ext cx="54864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577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Governance &amp; Audit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59551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Kill-switch control, human-in-the-loop enforcement, and audit trail logging. Ensures safety constraints are always respected.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89"/>
                </a:solidFill>
                <a:latin typeface="Calibri"/>
              </a:defRPr>
            </a:pPr>
            <a:r>
              <a:t>Output Screens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14/18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A — Threat Level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Primary visual indicator showing current threat level (CLEAR / ELEVATED / CRITICAL) with dynamic color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B — System Status 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Consolidated status for Pipeline, Ingestion, and Governance modules with color-coded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C — Metric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Clickable cards displaying Total Alerts, Critical, High, Medium, and Low counts with real-time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D — Quick Actions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Upload files, refresh data, start/stop monitoring — one-click operations for analyst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E — Recent Alerts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805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Live feed of latest 10 alerts with priority coloring, timestamps, and clickable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7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Zone F — Alert Detail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57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Full alert analysis with severity, classification, log context, and recommended actions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AI-Generated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89"/>
                </a:solidFill>
                <a:latin typeface="Calibri"/>
              </a:defRPr>
            </a:pPr>
            <a:r>
              <a:t>Output Screens — Threat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15/18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Natural Language Explanation — AI provides human-readable description of detected threats, making complex technical findings accessible to all analysts</a:t>
            </a:r>
          </a:p>
          <a:p>
            <a:pPr>
              <a:spcAft>
                <a:spcPts val="14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Root Cause Analysis — Identifies contributing factors: unusual traffic patterns, anomalous login behavior, suspicious process execution</a:t>
            </a:r>
          </a:p>
          <a:p>
            <a:pPr>
              <a:spcAft>
                <a:spcPts val="14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Recommended Mitigation Steps — Actionable response guidance: block IP, reset credentials, isolate host, escalate to Tier 2</a:t>
            </a:r>
          </a:p>
          <a:p>
            <a:pPr>
              <a:spcAft>
                <a:spcPts val="14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Confidence Score — ML model confidence percentage indicating detection reliability (Isolation Forest anomaly score + Random Forest probability)</a:t>
            </a:r>
          </a:p>
          <a:p>
            <a:pPr>
              <a:spcAft>
                <a:spcPts val="14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Attack Classification — Specific attack type identification: DDoS, Brute Force, Port Scan, Infiltration, Botnet, with supporting 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16/18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SOC Copilot significantly reduces SOC analyst workload by automating repetitive log analysis and alert triage tasks</a:t>
            </a:r>
          </a:p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Enables faster incident response through intelligent threat detection and automated classification — reducing MTTD and MTTR</a:t>
            </a:r>
          </a:p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Hybrid ML approach (Isolation Forest + Random Forest) provides comprehensive threat coverage for both known and unknown attacks</a:t>
            </a:r>
          </a:p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Governance-first design with kill-switch and audit trails ensures safe, accountable AI-driven security operations</a:t>
            </a:r>
          </a:p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Fully offline, scalable desktop application that respects data privacy and works without cloud dependencies</a:t>
            </a:r>
          </a:p>
          <a:p>
            <a:pPr>
              <a:spcAft>
                <a:spcPts val="1200"/>
              </a:spcAft>
              <a:defRPr sz="16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Represents a practical, deployable AI assistant that augments — not replaces — human security analysts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17/18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Real-time SIEM Integration — Connect with Splunk, Elastic SIEM, and QRadar for live log streaming and bi-directional alert sync</a:t>
            </a:r>
          </a:p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Advanced Deep Learning — Autoencoder and Transformer-based models for more sophisticated anomaly detection and sequential attack pattern recognition</a:t>
            </a:r>
          </a:p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Cloud Deployment — Containerized deployment with Docker/Kubernetes for enterprise-scale SOC environments</a:t>
            </a:r>
          </a:p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Automated Remediation Scripts — Execute pre-approved response actions (firewall rules, account lockouts) with governance controls</a:t>
            </a:r>
          </a:p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Multi-Tenant Enterprise Version — Role-based access control, team dashboards, and centralized management for large SOC teams</a:t>
            </a:r>
          </a:p>
          <a:p>
            <a:pPr>
              <a:spcAft>
                <a:spcPts val="1200"/>
              </a:spcAft>
              <a:defRPr sz="1500">
                <a:solidFill>
                  <a:srgbClr val="B0B8C8"/>
                </a:solidFill>
                <a:latin typeface="Calibri"/>
              </a:defRPr>
              <a:buChar char="▸"/>
              <a:buClr>
                <a:srgbClr val="00D4FF"/>
              </a:buClr>
            </a:pPr>
            <a:r>
              <a:t>Threat Intelligence Feeds — Integration with MITRE ATT&amp;CK, VirusTotal, and other threat intelligence platforms for enriched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Calibri"/>
              </a:defRPr>
            </a:pPr>
            <a:r>
              <a:t>SOC Copilot — AI-Powered Security Operations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6C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8C8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89"/>
                </a:solidFill>
                <a:latin typeface="Calibri"/>
              </a:defRPr>
            </a:pPr>
            <a:r>
              <a:t>[Member 1]  •  [Member 2]  •  [Member 3]  •  [Member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89"/>
                </a:solidFill>
                <a:latin typeface="Calibri"/>
              </a:defRPr>
            </a:pPr>
            <a:r>
              <a:t>Contact: [email@institution.edu]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C7589"/>
                </a:solidFill>
                <a:latin typeface="Calibr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