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SOC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000"/>
                </a:solidFill>
              </a:defRPr>
            </a:pPr>
            <a:r>
              <a:t>Hybrid ML-Based Security Operations Center Assistant</a:t>
            </a:r>
            <a:br/>
            <a:r>
              <a:t>Review-1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Problem Statement: SOC analysts face alert fatigue and delayed threat response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Objective: Build fully offline, hybrid ML-based security assistant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Review-1 Focus: Requirement analysis, system design, module identification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Modules: Log Ingestion, ML Detection, Alert Generation, Governance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Algorithms: Isolation Forest + Random Forest (Hybrid Ensemble)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Technologies: Python, Scikit-learn, PyQt6, SQLite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Alert Fatigue: Analysts review thousands of alerts daily, missing genuine threats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Delayed Response: Manual triage increases Mean Time to Detect (MTTD)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Inconsistent Decisions: Human judgment varies across analysts and shifts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Data Overload: Unable to process heterogeneous log formats efficiently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Lack of Explainability: Existing tools provide opaque, non-actionable alerts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Cloud Dependency: Most SIEM solutions unsuitable for air-gapped environments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Threat Detection: Identify malicious activity using hybrid ML (unsupervised + supervised)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Alert Prioritization: Generate P0-P4 priority alerts to focus analyst attention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Explainability: Provide human-readable reasoning for every decision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Offline Operation: Operate without network connectivity or cloud dependencies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Governance-First: Ensure all automation is disabled by default with manual controls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Performance: Achieve &gt;80% classification accuracy with minimal false positives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1612880" cy="5486400"/>
          </a:xfrm>
          <a:prstGeom prst="roundRect">
            <a:avLst/>
          </a:prstGeom>
          <a:solidFill>
            <a:srgbClr val="F2F2F2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18288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PHASE-1: DETECTION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463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97D"/>
                </a:solidFill>
              </a:defRPr>
            </a:pPr>
            <a:r>
              <a:t>Log</a:t>
            </a:r>
            <a:br/>
            <a:r>
              <a:t>Ingestion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39" y="2194560"/>
            <a:ext cx="274320" cy="18288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1828800"/>
            <a:ext cx="1463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97D"/>
                </a:solidFill>
              </a:defRPr>
            </a:pPr>
            <a:r>
              <a:t>Preprocessing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2194560"/>
            <a:ext cx="274320" cy="18288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1828800"/>
            <a:ext cx="1463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97D"/>
                </a:solidFill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40679" y="2194560"/>
            <a:ext cx="274320" cy="18288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77840" y="1828800"/>
            <a:ext cx="1463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97D"/>
                </a:solidFill>
              </a:defRPr>
            </a:pPr>
            <a:r>
              <a:t>Isolation</a:t>
            </a:r>
            <a:br/>
            <a:r>
              <a:t>Forest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86600" y="2194560"/>
            <a:ext cx="274320" cy="18288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1828800"/>
            <a:ext cx="1463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97D"/>
                </a:solidFill>
              </a:defRPr>
            </a:pPr>
            <a:r>
              <a:t>Random</a:t>
            </a:r>
            <a:br/>
            <a:r>
              <a:t>Forest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15400" y="2194560"/>
            <a:ext cx="274320" cy="18288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0" y="1828800"/>
            <a:ext cx="1463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97D"/>
                </a:solidFill>
              </a:defRPr>
            </a:pPr>
            <a:r>
              <a:t>Ensemble</a:t>
            </a:r>
            <a:br/>
            <a:r>
              <a:t>Coordinator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11247120" cy="128016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PHASE-2: TRUST &amp; 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49039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Feedback Store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749039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Drift Monitoring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749039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Threshold Calibration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749039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Explainability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54880"/>
            <a:ext cx="11247120" cy="1280160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497D"/>
                </a:solidFill>
              </a:defRPr>
            </a:pPr>
            <a:r>
              <a:t>PHASE-3: GOVERNANCE INFRASTRUCTURE (Disabled by Default)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212080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Governance Policy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5212080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Approval Workflow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212080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Kill Switch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212080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Audit Logger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MODULE DESCRIPTION (Part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5486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Module 1: Log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Multi-format: JSON, CSV, Syslog, EVTX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Format detection &amp; field extraction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Timestamp normalization to UTC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Schema &amp; field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94960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Module 2: 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116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Field standardization (src_ip, dst_ip, port)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Categorical to integer encoding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Missing value handling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Normalized DataFrame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MODULE DESCRIPTION (Part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5486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Module 3: ML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78 numeric feature extraction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Isolation Forest anomaly scores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Random Forest classification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Ensemble risk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94960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Module 4: Alert &amp;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116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Priority assignment (P0-P4)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MITRE ATT&amp;CK mapping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Feature importance explanation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Real-time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ALGORITHMS USED - HYBRID ML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577840" cy="25603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🌲 ISOLATION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Type: Unsupervised Anomaly Detection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Training: Benign records only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Output: Anomaly score [0, 1]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Purpose: Detect novel, unknown threats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577840" cy="256032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🌳 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Type: Supervised Classification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Training: Full labeled dataset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Output: Class + confidence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Classes: DDoS, Malware, BruteForce...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023360"/>
            <a:ext cx="758952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4206240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497D"/>
                </a:solidFill>
              </a:defRPr>
            </a:pPr>
            <a:r>
              <a:t>⚡ ENSEMBLE COORDINATOR → Risk Score + Priority (P0-P4)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200400" y="3794760"/>
            <a:ext cx="274320" cy="2286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8686800" y="3794760"/>
            <a:ext cx="274320" cy="22860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11338560" cy="1371600"/>
          </a:xfrm>
          <a:prstGeom prst="roundRect">
            <a:avLst/>
          </a:prstGeom>
          <a:solidFill>
            <a:srgbClr val="F2F2F2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97D"/>
                </a:solidFill>
              </a:defRPr>
            </a:pPr>
            <a:r>
              <a:t>💡 Why Hybrid Approach?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  ✓ Unknown threats detected by Isolation Forest    ✓ Known threats classified by Random Forest    ✓ Two signals provide higher confidence    ✓ Robustness: backup if one model fails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TECHNIQUES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Data Preprocessing: Timestamp normalization, categorical encoding, field standardization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Feature Engineering: 78 features (statistical, temporal, behavioral, network)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ML Optimization: Class imbalance handling, weighted ensemble, decision matrix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Security: Offline-first, read-only models, deterministic scoring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Explainability: Wrapper-based feature importance, post-hoc reasoning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Governance: Append-only audit logging, kill switch, approval workflows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TOOLS &amp;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4688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PyQt6 - Desktop GUI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CLI Interface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Real-time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246888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Python 3.10+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Scikit-learn ML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Pandas/NumPy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486400" cy="24688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59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SQLite - Feedback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YAML - Config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Joblib -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486400" cy="246888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59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Dev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pytest - Testing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Black/Ruff - Linting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Git - Version Control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REVIEW-1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✅ Requirements Finalized: Offline, hybrid ML, multi-format ingestion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✅ Modules Identified: Log Ingestion, Preprocessing, ML Detection, Alerts, Governance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✅ Architecture Designed: Three-phase modular system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✅ Algorithms Selected: Isolation Forest + Random Forest ensemble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✅ Tech Stack Finalized: Python, Scikit-learn, PyQt6, SQLite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✅ Ready for Implementation Phase with 208+ test cases planned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C000"/>
                </a:solidFill>
              </a:defRPr>
            </a:pPr>
            <a:r>
              <a:t>SOC Copilot - Making Security Operations Smarter, Safer, and More Transparent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657600"/>
            <a:ext cx="5790895" cy="2286000"/>
          </a:xfrm>
          <a:prstGeom prst="roundRect">
            <a:avLst/>
          </a:prstGeom>
          <a:solidFill>
            <a:srgbClr val="32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749039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C000"/>
                </a:solidFill>
              </a:defRPr>
            </a:pPr>
            <a:r>
              <a:t>Project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4206240"/>
            <a:ext cx="5394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• Member 1 - RNO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• Member 2 - RNO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• Member 3 - RNO</a:t>
            </a:r>
          </a:p>
          <a:p>
            <a:pPr algn="ctr"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• Member 4 - 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